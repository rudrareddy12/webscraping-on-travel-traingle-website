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80" r:id="rId3"/>
    <p:sldId id="261" r:id="rId4"/>
    <p:sldId id="281" r:id="rId5"/>
    <p:sldId id="263" r:id="rId6"/>
    <p:sldId id="265" r:id="rId7"/>
    <p:sldId id="264" r:id="rId8"/>
    <p:sldId id="266" r:id="rId9"/>
    <p:sldId id="300" r:id="rId10"/>
    <p:sldId id="302" r:id="rId11"/>
    <p:sldId id="303" r:id="rId12"/>
    <p:sldId id="304" r:id="rId13"/>
    <p:sldId id="282" r:id="rId14"/>
    <p:sldId id="267" r:id="rId15"/>
    <p:sldId id="283" r:id="rId16"/>
    <p:sldId id="276" r:id="rId17"/>
    <p:sldId id="296" r:id="rId18"/>
    <p:sldId id="297" r:id="rId19"/>
    <p:sldId id="298" r:id="rId20"/>
    <p:sldId id="25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374" autoAdjust="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2499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39623-6268-BDD6-A2F1-B31DA1B2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2F3B0-D667-750B-E68C-46157CE99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DE184-4670-A071-DD4E-04499086D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1B6C7-3964-5A3C-22BF-ED27F2DE09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3620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793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450357" y="6129049"/>
            <a:ext cx="929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 of Travel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Traingle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B7DB3-50D9-20CC-ED8F-51DA92918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686" y="3581400"/>
            <a:ext cx="6389913" cy="2427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-156327"/>
            <a:ext cx="10515600" cy="99172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A749-6D4D-68BF-7D83-9A1E95CC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52677"/>
            <a:ext cx="10515600" cy="2299853"/>
          </a:xfrm>
        </p:spPr>
        <p:txBody>
          <a:bodyPr>
            <a:norm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TRIPURAM RUDRA REDDY </a:t>
            </a:r>
            <a:r>
              <a:rPr lang="en-US" sz="1600" b="1" u="sng" dirty="0"/>
              <a:t>  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graduate passionate about Data Analytics and Visualization.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data-driven insights through real-world datasets.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web data extraction and business trend analysis.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https://www.linkedin.com/in/rudra-reddy/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https://github.com/RudraReddy12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8E4F4-CFF1-4394-B59B-E2A7B5B4AA4E}"/>
              </a:ext>
            </a:extLst>
          </p:cNvPr>
          <p:cNvSpPr txBox="1"/>
          <p:nvPr/>
        </p:nvSpPr>
        <p:spPr>
          <a:xfrm>
            <a:off x="531434" y="2962502"/>
            <a:ext cx="9842652" cy="2264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BODE JAGADISH KUMAR</a:t>
            </a:r>
            <a:r>
              <a:rPr lang="en-US" sz="1600" b="1" u="sng" dirty="0"/>
              <a:t>  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graduate passionate about Data Analytics and Visualization.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data-driven insights through real-world datasets.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web data extraction and business trend analysis.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https://www.linkedin.com/in/jagadishkumarbode</a:t>
            </a:r>
          </a:p>
          <a:p>
            <a:pPr marL="6286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https://github.com/jagadish789</a:t>
            </a:r>
            <a:endParaRPr lang="en-US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C5619B-AF52-4B08-B319-6C478C581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60714" y="1383774"/>
            <a:ext cx="1182390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TravelTriangle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online travel marketplace offering customized holiday packages.</a:t>
            </a: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connects travelers with multiple verified travel agents.</a:t>
            </a: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compare prices, itineraries, and reviews before booking.</a:t>
            </a: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scarping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in collecting real-time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travelling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directly from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traingles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Python libraries Requests and </a:t>
            </a:r>
            <a:r>
              <a:rPr kumimoji="0" lang="en-US" altLang="en-US" sz="20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to extract package details.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this data helps understand customer behavior and travel trends.</a:t>
            </a: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scraped data was cleaned, processed, and converted into a structured dataset using Pandas.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EDA can support better business decisions and improve customer experience.</a:t>
            </a: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35028" y="1570008"/>
            <a:ext cx="7019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ECF22A2-8184-434F-B4BE-82A7352FD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814" y="1319153"/>
            <a:ext cx="9629171" cy="4345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TravelTriangle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hosts thousands of travel packages, agents, and customer interactions online.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valuable insights are not directly visible without structured analysis.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travel trends and popular locations can support business planning.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user preferences can help improve package offerings and pricing.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cleaned and organized dataset is required to support clear comparison and insight-driven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686" y="1496173"/>
            <a:ext cx="11277600" cy="46542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scrape real-time travel package data from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TravelTriangle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clean, organize and convert the raw scraped data into a structured dataset.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Exploratory Data Analysis (EDA) to understand travel trends and patterns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popular destinations, pricing variations, and seasonal behaviors.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preferences such as trip duration, budget range, and package type.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findings using meaningful charts and graphs for better interpretation.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29104" y="1284074"/>
            <a:ext cx="10642409" cy="819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was performed to collect travel package details from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TravelTriangle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Requests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HTML parsing.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information collected included destination, price, duration, package description, and agent details.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data was stored in a structured tabular format for analysis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values were stored in lists and converted to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 were applied to remove duplicates, missing values, and formatting issues.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796859" y="973394"/>
            <a:ext cx="6253784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07DCB-FA45-B26B-66B4-F88A25566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4" y="1770886"/>
            <a:ext cx="5442856" cy="36965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E82A55-0D60-AC3F-6551-F1FE656B324E}"/>
              </a:ext>
            </a:extLst>
          </p:cNvPr>
          <p:cNvSpPr txBox="1"/>
          <p:nvPr/>
        </p:nvSpPr>
        <p:spPr>
          <a:xfrm>
            <a:off x="920394" y="1310851"/>
            <a:ext cx="634307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and handled missing values (imputation or removal)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Corrected inconsistent or incorrect data entries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formats (dates, text, numbers)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and treated outliers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Handled irrelevant or redundant columns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data types to appropriate formats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42223-3A04-80EE-B1D2-37625F09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A134-9108-4122-DF4E-74036191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74" y="101849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D1EA00-EB3F-CF79-F69E-B6ABFFF6A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74" y="3200732"/>
            <a:ext cx="7140103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7E05F5-02CC-DFFF-5736-54B794FB5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74" y="716438"/>
            <a:ext cx="7140101" cy="5069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concentrated between 7% and 12%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most tour packages fall in this discount range.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frequency occurs around 9–10%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it is the most common discount offered.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packages offer discounts beyond 15%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higher discounts are rare.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shows a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slight right skew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meaning a small number of high-discount packages pull the tail to the right.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insights helps businesses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pricing competitiveness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benchmark against competitors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D2D975-D61F-AE3B-3781-43C41717FF90}"/>
              </a:ext>
            </a:extLst>
          </p:cNvPr>
          <p:cNvCxnSpPr/>
          <p:nvPr/>
        </p:nvCxnSpPr>
        <p:spPr>
          <a:xfrm>
            <a:off x="0" y="622216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EDFB0A5-73D0-1E1E-2E8B-50E1EF8DF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476" y="1142584"/>
            <a:ext cx="4779523" cy="43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7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79F70-5106-432D-C961-C95F729E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4366-5B06-F12C-AF4C-FAB5E91C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74" y="101849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D23196-8F1B-60A3-6D61-8D2AD3C5D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74" y="3200732"/>
            <a:ext cx="7140103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BB58AC-E0CC-2180-A59D-89791A599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203" y="820391"/>
            <a:ext cx="7140101" cy="5992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travel packages are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to 6 days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short trips are most popular among customers.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4-day trips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count, followed closely by 3-day and 5-day options.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packages extend beyond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days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low demand for long vacations.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pattern suggests that most customers prefer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weekend or short-week travel itineraries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Shorter trips are likely favored due to cost, work schedules, and quick getaway preferences.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C0228-FA21-5BF2-FBEC-7F6A9A2D678B}"/>
              </a:ext>
            </a:extLst>
          </p:cNvPr>
          <p:cNvCxnSpPr/>
          <p:nvPr/>
        </p:nvCxnSpPr>
        <p:spPr>
          <a:xfrm>
            <a:off x="0" y="622216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58BE310-2852-9407-683F-7BEA1CE7F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475" y="1142584"/>
            <a:ext cx="4779525" cy="452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10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A384-E783-3D05-2FFE-65C112DC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0FB1-FEBE-15E9-9C1C-71A6FA99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74" y="101849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3AE9BD-9BEE-05C3-33C1-3EDAEC131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74" y="3200732"/>
            <a:ext cx="7140103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18A487A-D04F-DCF1-25CE-55D32667A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02" y="716438"/>
            <a:ext cx="7140101" cy="553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plot shows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linear relationship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original package price and the final discounted price.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original price increases, the final price also increases proportionally, indicating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discount application across 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data points lie close to a straight line, suggesting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variability in discount percentages.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high-ticket packages appear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they still follow the same linear trend.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E2F9AC-AE61-B629-760C-AE237AED69E2}"/>
              </a:ext>
            </a:extLst>
          </p:cNvPr>
          <p:cNvCxnSpPr/>
          <p:nvPr/>
        </p:nvCxnSpPr>
        <p:spPr>
          <a:xfrm>
            <a:off x="0" y="622216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921CB0F-7012-4793-C1C7-A87420546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77" y="1851376"/>
            <a:ext cx="4779523" cy="420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71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3F1A-9F65-85A7-0DC6-398B51DF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F7BA-6C40-A7DC-DBEF-710F101B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74" y="101849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CDF439-FC36-F8D7-5906-943417065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74" y="3200732"/>
            <a:ext cx="7140103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8921A3-B3C4-9C3C-8363-78DE68FFD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7" y="1036161"/>
            <a:ext cx="7140103" cy="5069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Travel Packages fall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5%–15% discount range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this is the typical discount band.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Higher-priced packages (above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₹150,000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concentrated mostly around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 discounts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premium items rarely receive high discounts.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discounts (20–40%)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generally correspond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final price items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clearance or low-value products.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42735A-786D-2902-BD57-39D6ABD91561}"/>
              </a:ext>
            </a:extLst>
          </p:cNvPr>
          <p:cNvCxnSpPr/>
          <p:nvPr/>
        </p:nvCxnSpPr>
        <p:spPr>
          <a:xfrm>
            <a:off x="0" y="622216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EC46F2A-1BE2-DFCE-0A69-D15917BA0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76" y="1090591"/>
            <a:ext cx="4779523" cy="455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87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55F545-D336-4D2F-8C5A-2F8AE3A80D00}"/>
              </a:ext>
            </a:extLst>
          </p:cNvPr>
          <p:cNvCxnSpPr>
            <a:cxnSpLocks/>
          </p:cNvCxnSpPr>
          <p:nvPr/>
        </p:nvCxnSpPr>
        <p:spPr>
          <a:xfrm>
            <a:off x="0" y="96935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E490B0A4-5A7C-4FFC-9600-2DF85D806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18" y="975514"/>
            <a:ext cx="7509754" cy="5490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heatmap comparing hotel types with number of days in the travel package.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short trips are associated with mid-range hotel categories.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hotel categories are chosen more for longer stays.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travel preference behavior and spending capability of customers.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D92BDE-DB3B-FC66-8F2D-510E28C0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372" y="1788890"/>
            <a:ext cx="4408714" cy="432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9D58679-5216-4322-8355-2E70DBAA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3247385"/>
            <a:ext cx="681915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2FD63A0-C77F-4073-8EA9-F0784C2BC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2192000" cy="15875"/>
          </a:xfrm>
          <a:prstGeom prst="rect">
            <a:avLst/>
          </a:prstGeom>
          <a:solidFill>
            <a:srgbClr val="000000"/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4A4093A-F70E-4C80-A258-2C1206DF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74" y="1333009"/>
            <a:ext cx="7451455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 visualizing spread, density, and distribution of discounts for different hotel classes.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hotel types consistently offer larger discounts.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plot areas represent heavy concentration of similar discount values.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behavior can be used as a pricing strategy insight.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1A3D61-1DD4-EDBE-D0D4-1F6D3458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429" y="1341815"/>
            <a:ext cx="4475571" cy="437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0A4864-6B24-4EE3-ABD7-E6FCA5813D5E}"/>
              </a:ext>
            </a:extLst>
          </p:cNvPr>
          <p:cNvCxnSpPr/>
          <p:nvPr/>
        </p:nvCxnSpPr>
        <p:spPr>
          <a:xfrm>
            <a:off x="0" y="87208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02FDFA5A-E51B-453B-9818-AA043DC41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12" y="1306224"/>
            <a:ext cx="7130374" cy="5382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stacked bar chart comparing different hotel types (1–5 star) across various trip durations.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segments show how many packages are available in each hotel category for that duration.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travel packages fall within 3–6 day durations, showing the most popular trip length among customers.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3-Star hotel packages dominate the majority of the offerings, followed by 4-Star options.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trips (7+ days) show fewer total packages overall, indicating lower customer preference for longer holidays.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4" descr="Uploaded image">
            <a:extLst>
              <a:ext uri="{FF2B5EF4-FFF2-40B4-BE49-F238E27FC236}">
                <a16:creationId xmlns:a16="http://schemas.microsoft.com/office/drawing/2014/main" id="{E41D3175-8009-4F67-94E0-A5E9B2A33C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E39DE-48C2-3F5E-52DD-77A726A1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086" y="1325923"/>
            <a:ext cx="4865914" cy="436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31" y="3467713"/>
            <a:ext cx="10826750" cy="663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404ECF-C3E5-4E20-90A0-4D0012561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83" y="848962"/>
            <a:ext cx="11553217" cy="632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Percent vs Final Price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scatter plot reveals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strong linear correlation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implying discounting is not uniform across price tiers.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discounts (20–40%)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mostly associated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low-priced items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likely clearance or stock-clearance products.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patterns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 that mid-priced products with moderate discounts (5–15%) form the majority of the dataset.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ratings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 largely consistent across discount ranges, suggesting discounts do not heavily influence ratings.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uneven distribution—few categories dominate both count and revenue, indicating skewed inventory strategy.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dataset reflects a pricing strategy centered on moderate discounts, stable packages, and a clear separation between premium and budget segments.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5E8E-6849-AC7C-6AB8-8B2CA1F3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5" y="2418101"/>
            <a:ext cx="3302655" cy="1670152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62551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0" y="24713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Experience– Web Scraping &amp; Data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608D9-1735-0142-AAF8-1110DAFC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25818" y="1997839"/>
            <a:ext cx="90314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Scraped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from trave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triangle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using Python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pandas).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data (P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rice ,Duration ,Discount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visualizations showing price trends based on duration and hotel type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end-to-end data workflow: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scraping → cleaning → analysis → visualization.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88F87-09D6-310A-575A-399768B2B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64110" y="1945560"/>
            <a:ext cx="574708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webpage structures across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or mismatched match details.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duplicate and unclean data.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Overcoming request blocks and slow scraping.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most meaningful visuals for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EC6FF3-6D97-7070-9E09-A57ED57F6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128" y="729344"/>
            <a:ext cx="10287000" cy="5040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1253</Words>
  <Application>Microsoft Office PowerPoint</Application>
  <PresentationFormat>Widescreen</PresentationFormat>
  <Paragraphs>135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Times New Roman</vt:lpstr>
      <vt:lpstr>Wingdings</vt:lpstr>
      <vt:lpstr>Calibri</vt:lpstr>
      <vt:lpstr>Office Theme</vt:lpstr>
      <vt:lpstr>PowerPoint Presentation</vt:lpstr>
      <vt:lpstr>About Us: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Conclusion:</vt:lpstr>
      <vt:lpstr>Q&amp;A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Rudra Reddy</cp:lastModifiedBy>
  <cp:revision>56</cp:revision>
  <dcterms:created xsi:type="dcterms:W3CDTF">2021-02-16T05:19:01Z</dcterms:created>
  <dcterms:modified xsi:type="dcterms:W3CDTF">2025-11-20T09:56:37Z</dcterms:modified>
</cp:coreProperties>
</file>